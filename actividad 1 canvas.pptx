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56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47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1F4AA7-D4E5-4C64-9737-68564B00C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51CBBF-C43F-4B65-A849-663D1AE3ED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D0D91B-DD71-4E3B-BED2-E7928D651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52F74-B8A6-4302-9098-0778DFF6FF35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4BB462-6C1A-472F-BA3E-56EEB5DDE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05FE49-F7AF-4585-B0B7-FCC840D06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A4F5E-92C0-4E0A-9E98-474A626539F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67529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803A0D-AC2B-4BDD-B9C4-BF9ACE9D6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541362-7B16-4269-ACD2-7F09E16FC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2E7CC1-01B2-47A9-8715-BA46733A9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52F74-B8A6-4302-9098-0778DFF6FF35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754C9F-C3E0-493B-9F00-8E38CCAF9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FE8B31-17E1-474B-B08F-987767E8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A4F5E-92C0-4E0A-9E98-474A626539F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21880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A637E-BB7E-4EF9-8D0D-7D2F79ADD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6C4275-0D14-42FD-9F9B-E599FDC0D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C11B06-0B4A-4BDA-BF5F-F871B085D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52F74-B8A6-4302-9098-0778DFF6FF35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6733C9-5A51-4AE3-B275-4B1ABAC37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E8E185-5C9B-4119-9B09-065A60AAD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A4F5E-92C0-4E0A-9E98-474A626539F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5659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CD6F42-6BB5-451D-9FC3-DEDCFDC67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070C0D-B47D-4547-80E3-220F50AC60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2BAD4CD-9CD3-448A-92BC-A0DFB75FD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6F4DFD-4901-4BF4-BBED-AAB2E8BDF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52F74-B8A6-4302-9098-0778DFF6FF35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A4B5E1-A3C3-4310-9BC9-0BACB3B96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53A834-42FD-4D74-82A9-DB0164713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A4F5E-92C0-4E0A-9E98-474A626539F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856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5A735-3F0D-468B-BBC2-3177D832B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1A0043-AE7C-4AFA-8DDC-79EC836C8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020B76-5182-4866-BE88-E245807B2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6478B8C-7AF1-4E1D-A764-AC46211E1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4A05DF4-6008-4423-832C-A70F0F0D9F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AA311D3-752B-4230-860C-140F0608C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52F74-B8A6-4302-9098-0778DFF6FF35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490C0FE-C067-43B1-9CAD-41D909F44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4C710BC-BC72-4A5F-A89B-C369AB384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A4F5E-92C0-4E0A-9E98-474A626539F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5476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CAB8A2-E0C3-465A-8137-29FC7A467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542496F-8DA4-449A-A442-9DBBC4DA2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52F74-B8A6-4302-9098-0778DFF6FF35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C99D2C2-9128-4D41-A341-C6615FB65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9C3299F-8FBF-40AE-890E-1A887EA2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A4F5E-92C0-4E0A-9E98-474A626539F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06491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11487CE-A170-4975-A96F-4B39A4170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52F74-B8A6-4302-9098-0778DFF6FF35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AC69ABE-F9DA-47F3-B015-DC9A16D65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28BB2C-7034-46B7-95EE-7849413CB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A4F5E-92C0-4E0A-9E98-474A626539F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592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F6F5A4-2857-497A-BACB-A8D02C6B2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985B42-57FA-4D47-8EB1-521412BF7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DB0CF7-EEB1-4F3D-8C9F-D2A363E58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50673D-7A47-4375-8382-0EBAE5E43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52F74-B8A6-4302-9098-0778DFF6FF35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4A9548B-9187-43B6-9C32-A0536CA20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283030-0B5B-48E0-8F70-3E9ADFE06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A4F5E-92C0-4E0A-9E98-474A626539F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5996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CD4AE5-F1E3-40D6-9283-F4E283464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1C1C3CA-9032-40D7-8BAF-136C3C47E4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4DA9BD-4AF7-4A7A-875D-87102E2E1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B55374-68C4-49B3-9BAC-65703D40F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52F74-B8A6-4302-9098-0778DFF6FF35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BF0EBC-79C4-47C5-8486-3FAEE15B3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F15581-CA59-4452-9CB6-8D352DC32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A4F5E-92C0-4E0A-9E98-474A626539F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30660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B8CD0D-8E19-4C97-B976-1B0CEAE94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DE237E0-5F5C-4E8B-8CF5-D8ACC43757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274BAA-1DE2-4526-B4E1-A2964CDD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52F74-B8A6-4302-9098-0778DFF6FF35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927FE4-2F71-410D-A7DD-4A1EC1367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49DC56-EE23-47D5-BB11-CEB546B1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A4F5E-92C0-4E0A-9E98-474A626539F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6371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272D2E2-00B2-4AF7-9D71-534410AA63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40BABCC-33E4-49ED-A474-A386E91FD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835C7F-D410-44AD-8E81-DEFBD5AE7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52F74-B8A6-4302-9098-0778DFF6FF35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6F3028-805E-4EB7-816E-FF0356609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EA351B-E88E-446D-A75B-F70FB6F5E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A4F5E-92C0-4E0A-9E98-474A626539F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3370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BE7C46-D15B-488E-AE26-C2D02C551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3DBF4D-209C-45B7-940F-C1DF1E58F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65CA5B-5F31-455D-B90F-347100F5DB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52F74-B8A6-4302-9098-0778DFF6FF35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2DFAF9-5D0B-4904-951E-854AF8A02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BF9DA7-7DB9-4B5D-8D52-1A36151EA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A4F5E-92C0-4E0A-9E98-474A626539F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7700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 descr="Universidad Tecmilenio Logo – History, Meaning &amp; Brand ...">
            <a:extLst>
              <a:ext uri="{FF2B5EF4-FFF2-40B4-BE49-F238E27FC236}">
                <a16:creationId xmlns:a16="http://schemas.microsoft.com/office/drawing/2014/main" id="{02A52247-F87F-41DA-8421-95CB9FA3AFF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249" y="317337"/>
            <a:ext cx="6090013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C9DA7F5-417D-4689-9993-05D9D2E88A2F}"/>
              </a:ext>
            </a:extLst>
          </p:cNvPr>
          <p:cNvSpPr txBox="1"/>
          <p:nvPr/>
        </p:nvSpPr>
        <p:spPr>
          <a:xfrm>
            <a:off x="3506771" y="4506012"/>
            <a:ext cx="55241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Carlos Noel Vazquez Banda</a:t>
            </a:r>
          </a:p>
          <a:p>
            <a:pPr algn="ctr"/>
            <a:r>
              <a:rPr lang="es-MX" dirty="0"/>
              <a:t>Actividad 1 </a:t>
            </a:r>
          </a:p>
          <a:p>
            <a:pPr algn="ctr"/>
            <a:r>
              <a:rPr lang="es-MX" dirty="0" err="1"/>
              <a:t>Edwigge</a:t>
            </a:r>
            <a:r>
              <a:rPr lang="es-MX" dirty="0"/>
              <a:t> </a:t>
            </a:r>
            <a:r>
              <a:rPr lang="es-MX" dirty="0" err="1"/>
              <a:t>Jazzmín</a:t>
            </a:r>
            <a:r>
              <a:rPr lang="es-MX" dirty="0"/>
              <a:t> Novelo Villegas</a:t>
            </a:r>
          </a:p>
          <a:p>
            <a:pPr algn="ctr"/>
            <a:r>
              <a:rPr lang="es-MX" dirty="0"/>
              <a:t>16/10/2026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51783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F9998348-DE2B-4EB7-9620-AFA5B4300B08}"/>
              </a:ext>
            </a:extLst>
          </p:cNvPr>
          <p:cNvCxnSpPr>
            <a:cxnSpLocks/>
          </p:cNvCxnSpPr>
          <p:nvPr/>
        </p:nvCxnSpPr>
        <p:spPr>
          <a:xfrm>
            <a:off x="5740924" y="904974"/>
            <a:ext cx="0" cy="5844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aralelogramo 8">
            <a:extLst>
              <a:ext uri="{FF2B5EF4-FFF2-40B4-BE49-F238E27FC236}">
                <a16:creationId xmlns:a16="http://schemas.microsoft.com/office/drawing/2014/main" id="{0F54B8E9-13C0-470B-A033-1B2DB9E7CA9D}"/>
              </a:ext>
            </a:extLst>
          </p:cNvPr>
          <p:cNvSpPr/>
          <p:nvPr/>
        </p:nvSpPr>
        <p:spPr>
          <a:xfrm>
            <a:off x="4901939" y="1489435"/>
            <a:ext cx="1715678" cy="886120"/>
          </a:xfrm>
          <a:prstGeom prst="parallelogram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Suena la alarma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29ECA087-75CD-4A8A-8A8B-4EE7879589F1}"/>
              </a:ext>
            </a:extLst>
          </p:cNvPr>
          <p:cNvCxnSpPr>
            <a:cxnSpLocks/>
          </p:cNvCxnSpPr>
          <p:nvPr/>
        </p:nvCxnSpPr>
        <p:spPr>
          <a:xfrm flipH="1">
            <a:off x="6561057" y="1989056"/>
            <a:ext cx="22058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100D239-00DC-415B-91BB-25141F2DB736}"/>
              </a:ext>
            </a:extLst>
          </p:cNvPr>
          <p:cNvCxnSpPr>
            <a:cxnSpLocks/>
          </p:cNvCxnSpPr>
          <p:nvPr/>
        </p:nvCxnSpPr>
        <p:spPr>
          <a:xfrm>
            <a:off x="8748073" y="2007909"/>
            <a:ext cx="0" cy="35821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2E4A0924-8C27-4413-AFDB-4ABB43D0E07D}"/>
              </a:ext>
            </a:extLst>
          </p:cNvPr>
          <p:cNvCxnSpPr>
            <a:cxnSpLocks/>
          </p:cNvCxnSpPr>
          <p:nvPr/>
        </p:nvCxnSpPr>
        <p:spPr>
          <a:xfrm flipH="1">
            <a:off x="7484883" y="5591666"/>
            <a:ext cx="12836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1B26FD68-2662-41DD-9478-CF638C6F45D2}"/>
              </a:ext>
            </a:extLst>
          </p:cNvPr>
          <p:cNvCxnSpPr>
            <a:cxnSpLocks/>
            <a:stCxn id="9" idx="4"/>
          </p:cNvCxnSpPr>
          <p:nvPr/>
        </p:nvCxnSpPr>
        <p:spPr>
          <a:xfrm>
            <a:off x="5759778" y="2375555"/>
            <a:ext cx="0" cy="6033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Diagrama de flujo: decisión 19">
            <a:extLst>
              <a:ext uri="{FF2B5EF4-FFF2-40B4-BE49-F238E27FC236}">
                <a16:creationId xmlns:a16="http://schemas.microsoft.com/office/drawing/2014/main" id="{6DA8E545-E640-4F6F-9036-47E0B9B9E612}"/>
              </a:ext>
            </a:extLst>
          </p:cNvPr>
          <p:cNvSpPr/>
          <p:nvPr/>
        </p:nvSpPr>
        <p:spPr>
          <a:xfrm>
            <a:off x="4543720" y="2997724"/>
            <a:ext cx="2432115" cy="1046375"/>
          </a:xfrm>
          <a:prstGeom prst="flowChartDecision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¿Ya son más de las 6 am?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6625B914-AD2D-41F4-B355-4BF19B25CCC0}"/>
              </a:ext>
            </a:extLst>
          </p:cNvPr>
          <p:cNvSpPr/>
          <p:nvPr/>
        </p:nvSpPr>
        <p:spPr>
          <a:xfrm>
            <a:off x="4751109" y="141402"/>
            <a:ext cx="1960776" cy="744718"/>
          </a:xfrm>
          <a:prstGeom prst="ellipse">
            <a:avLst/>
          </a:prstGeom>
          <a:solidFill>
            <a:srgbClr val="BF47C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Inicio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10FD2F70-DB31-4D1E-9DFD-544FF97AA097}"/>
              </a:ext>
            </a:extLst>
          </p:cNvPr>
          <p:cNvSpPr/>
          <p:nvPr/>
        </p:nvSpPr>
        <p:spPr>
          <a:xfrm>
            <a:off x="6117996" y="5099902"/>
            <a:ext cx="1395167" cy="923827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Posponer 10 minutos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EF2A6ED7-300C-4CC9-9D24-E9A4BE5AB19D}"/>
              </a:ext>
            </a:extLst>
          </p:cNvPr>
          <p:cNvCxnSpPr>
            <a:stCxn id="20" idx="3"/>
          </p:cNvCxnSpPr>
          <p:nvPr/>
        </p:nvCxnSpPr>
        <p:spPr>
          <a:xfrm flipH="1">
            <a:off x="6938128" y="3520912"/>
            <a:ext cx="37707" cy="15789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D7BCC8C-B4A7-4484-89BF-106B7D7478F3}"/>
              </a:ext>
            </a:extLst>
          </p:cNvPr>
          <p:cNvSpPr/>
          <p:nvPr/>
        </p:nvSpPr>
        <p:spPr>
          <a:xfrm>
            <a:off x="6636470" y="4185501"/>
            <a:ext cx="669303" cy="348792"/>
          </a:xfrm>
          <a:prstGeom prst="round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6AB62A4E-1B1C-4709-9C87-23C53937DF29}"/>
              </a:ext>
            </a:extLst>
          </p:cNvPr>
          <p:cNvCxnSpPr>
            <a:stCxn id="20" idx="1"/>
          </p:cNvCxnSpPr>
          <p:nvPr/>
        </p:nvCxnSpPr>
        <p:spPr>
          <a:xfrm>
            <a:off x="4543720" y="3520912"/>
            <a:ext cx="18853" cy="15318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7F4C4CE7-6231-4344-B79F-834B8B269E34}"/>
              </a:ext>
            </a:extLst>
          </p:cNvPr>
          <p:cNvSpPr/>
          <p:nvPr/>
        </p:nvSpPr>
        <p:spPr>
          <a:xfrm>
            <a:off x="3619893" y="5052767"/>
            <a:ext cx="1979629" cy="98038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Levantarme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357ECD20-B534-49B8-B0C2-743E3C303502}"/>
              </a:ext>
            </a:extLst>
          </p:cNvPr>
          <p:cNvSpPr/>
          <p:nvPr/>
        </p:nvSpPr>
        <p:spPr>
          <a:xfrm>
            <a:off x="4223208" y="4166647"/>
            <a:ext cx="725863" cy="339365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Si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532A636-E807-4EBF-AB41-BBF3B5AEFB92}"/>
              </a:ext>
            </a:extLst>
          </p:cNvPr>
          <p:cNvSpPr txBox="1"/>
          <p:nvPr/>
        </p:nvSpPr>
        <p:spPr>
          <a:xfrm>
            <a:off x="6089715" y="6146276"/>
            <a:ext cx="1564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Regresar a la pregunta 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7218CFF6-B5DB-4EF5-A40C-E68F4B4A3288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4609708" y="6033155"/>
            <a:ext cx="0" cy="8248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6139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grama de flujo: decisión 3">
            <a:extLst>
              <a:ext uri="{FF2B5EF4-FFF2-40B4-BE49-F238E27FC236}">
                <a16:creationId xmlns:a16="http://schemas.microsoft.com/office/drawing/2014/main" id="{940910DE-5D59-46AB-9707-01C2102678F2}"/>
              </a:ext>
            </a:extLst>
          </p:cNvPr>
          <p:cNvSpPr/>
          <p:nvPr/>
        </p:nvSpPr>
        <p:spPr>
          <a:xfrm>
            <a:off x="4524865" y="84842"/>
            <a:ext cx="2894030" cy="1253765"/>
          </a:xfrm>
          <a:prstGeom prst="flowChartDecisi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Tengo mensajes importantes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4D0A866-5B14-4226-8C0C-E6A29CBC48DA}"/>
              </a:ext>
            </a:extLst>
          </p:cNvPr>
          <p:cNvCxnSpPr>
            <a:cxnSpLocks/>
          </p:cNvCxnSpPr>
          <p:nvPr/>
        </p:nvCxnSpPr>
        <p:spPr>
          <a:xfrm>
            <a:off x="4524865" y="711724"/>
            <a:ext cx="1" cy="12961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EA533C7-25C8-4AA9-8E5F-44119442BF3A}"/>
              </a:ext>
            </a:extLst>
          </p:cNvPr>
          <p:cNvCxnSpPr>
            <a:cxnSpLocks/>
          </p:cNvCxnSpPr>
          <p:nvPr/>
        </p:nvCxnSpPr>
        <p:spPr>
          <a:xfrm>
            <a:off x="7420464" y="727437"/>
            <a:ext cx="0" cy="25625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76AF94D0-5AAF-4ECF-BEB8-91AF9DE9AF17}"/>
              </a:ext>
            </a:extLst>
          </p:cNvPr>
          <p:cNvSpPr txBox="1"/>
          <p:nvPr/>
        </p:nvSpPr>
        <p:spPr>
          <a:xfrm>
            <a:off x="6900421" y="1480008"/>
            <a:ext cx="3742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Continuar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D23A158-1851-4441-BCDE-D11DC44344BC}"/>
              </a:ext>
            </a:extLst>
          </p:cNvPr>
          <p:cNvSpPr/>
          <p:nvPr/>
        </p:nvSpPr>
        <p:spPr>
          <a:xfrm>
            <a:off x="7070102" y="1074656"/>
            <a:ext cx="537328" cy="35821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78291174-9DB4-422B-BD7E-AD7A26B2E99B}"/>
              </a:ext>
            </a:extLst>
          </p:cNvPr>
          <p:cNvSpPr/>
          <p:nvPr/>
        </p:nvSpPr>
        <p:spPr>
          <a:xfrm>
            <a:off x="4260915" y="1084082"/>
            <a:ext cx="593889" cy="33936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Si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40A7792B-3860-47A3-B6A4-4476F20D9061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2507530" y="84842"/>
            <a:ext cx="34643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5DCCFE63-2026-4219-8BE0-8D3E8CAB42F0}"/>
              </a:ext>
            </a:extLst>
          </p:cNvPr>
          <p:cNvCxnSpPr/>
          <p:nvPr/>
        </p:nvCxnSpPr>
        <p:spPr>
          <a:xfrm>
            <a:off x="2516957" y="84841"/>
            <a:ext cx="0" cy="2366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CA23ABB2-4A3C-4ED4-BB85-FAFAF9F07997}"/>
              </a:ext>
            </a:extLst>
          </p:cNvPr>
          <p:cNvCxnSpPr/>
          <p:nvPr/>
        </p:nvCxnSpPr>
        <p:spPr>
          <a:xfrm flipV="1">
            <a:off x="4006392" y="0"/>
            <a:ext cx="0" cy="942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801A8C78-C47A-4A28-AA65-951CC2BB52F4}"/>
              </a:ext>
            </a:extLst>
          </p:cNvPr>
          <p:cNvSpPr/>
          <p:nvPr/>
        </p:nvSpPr>
        <p:spPr>
          <a:xfrm>
            <a:off x="3289955" y="2045616"/>
            <a:ext cx="2479249" cy="895547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Contestar los mensajes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579DF30F-ECD0-4263-B510-5726D7F5CDF2}"/>
              </a:ext>
            </a:extLst>
          </p:cNvPr>
          <p:cNvCxnSpPr>
            <a:endCxn id="22" idx="1"/>
          </p:cNvCxnSpPr>
          <p:nvPr/>
        </p:nvCxnSpPr>
        <p:spPr>
          <a:xfrm>
            <a:off x="2507530" y="2460396"/>
            <a:ext cx="782425" cy="329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5D0F43DA-70F3-4FBF-A4A1-E9B40783CD0F}"/>
              </a:ext>
            </a:extLst>
          </p:cNvPr>
          <p:cNvCxnSpPr/>
          <p:nvPr/>
        </p:nvCxnSpPr>
        <p:spPr>
          <a:xfrm>
            <a:off x="6617616" y="3223967"/>
            <a:ext cx="8201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98415BBB-B32E-4E68-BF7B-5EAA5AB91118}"/>
              </a:ext>
            </a:extLst>
          </p:cNvPr>
          <p:cNvSpPr/>
          <p:nvPr/>
        </p:nvSpPr>
        <p:spPr>
          <a:xfrm>
            <a:off x="5373277" y="2988297"/>
            <a:ext cx="1272619" cy="433633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Ir al baño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E53B1AF9-63D5-4460-B2EA-5D65F327AFBE}"/>
              </a:ext>
            </a:extLst>
          </p:cNvPr>
          <p:cNvCxnSpPr>
            <a:stCxn id="29" idx="2"/>
          </p:cNvCxnSpPr>
          <p:nvPr/>
        </p:nvCxnSpPr>
        <p:spPr>
          <a:xfrm flipH="1">
            <a:off x="6004874" y="3421930"/>
            <a:ext cx="4713" cy="7164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iagrama de flujo: decisión 31">
            <a:extLst>
              <a:ext uri="{FF2B5EF4-FFF2-40B4-BE49-F238E27FC236}">
                <a16:creationId xmlns:a16="http://schemas.microsoft.com/office/drawing/2014/main" id="{7C21590A-EE0A-4BFE-A166-90E538C9C27D}"/>
              </a:ext>
            </a:extLst>
          </p:cNvPr>
          <p:cNvSpPr/>
          <p:nvPr/>
        </p:nvSpPr>
        <p:spPr>
          <a:xfrm>
            <a:off x="4402318" y="4157221"/>
            <a:ext cx="3233393" cy="1084082"/>
          </a:xfrm>
          <a:prstGeom prst="flowChartDecisi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Hay rollo?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A251994B-788E-40AB-904D-D783C95F971F}"/>
              </a:ext>
            </a:extLst>
          </p:cNvPr>
          <p:cNvCxnSpPr>
            <a:stCxn id="32" idx="1"/>
          </p:cNvCxnSpPr>
          <p:nvPr/>
        </p:nvCxnSpPr>
        <p:spPr>
          <a:xfrm>
            <a:off x="4402318" y="4699262"/>
            <a:ext cx="0" cy="13621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A8C5A254-674E-4425-8703-825B79906B91}"/>
              </a:ext>
            </a:extLst>
          </p:cNvPr>
          <p:cNvCxnSpPr/>
          <p:nvPr/>
        </p:nvCxnSpPr>
        <p:spPr>
          <a:xfrm>
            <a:off x="7646710" y="4681979"/>
            <a:ext cx="0" cy="13621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FBA4428E-CD81-4C9F-920C-832529BCAB29}"/>
              </a:ext>
            </a:extLst>
          </p:cNvPr>
          <p:cNvSpPr/>
          <p:nvPr/>
        </p:nvSpPr>
        <p:spPr>
          <a:xfrm>
            <a:off x="4213781" y="5184742"/>
            <a:ext cx="575035" cy="358219"/>
          </a:xfrm>
          <a:prstGeom prst="roundRect">
            <a:avLst>
              <a:gd name="adj" fmla="val 0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</a:t>
            </a: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8C952254-E83B-4899-B242-822B22A3C78E}"/>
              </a:ext>
            </a:extLst>
          </p:cNvPr>
          <p:cNvSpPr/>
          <p:nvPr/>
        </p:nvSpPr>
        <p:spPr>
          <a:xfrm>
            <a:off x="7390614" y="5335571"/>
            <a:ext cx="575035" cy="29223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Si</a:t>
            </a: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073E02CB-D5A0-406E-8748-36530CBCC171}"/>
              </a:ext>
            </a:extLst>
          </p:cNvPr>
          <p:cNvSpPr/>
          <p:nvPr/>
        </p:nvSpPr>
        <p:spPr>
          <a:xfrm>
            <a:off x="6815579" y="6042581"/>
            <a:ext cx="1687398" cy="63159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Seguir</a:t>
            </a: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EA64409D-1814-4E63-8C10-C556B7D8C374}"/>
              </a:ext>
            </a:extLst>
          </p:cNvPr>
          <p:cNvSpPr/>
          <p:nvPr/>
        </p:nvSpPr>
        <p:spPr>
          <a:xfrm>
            <a:off x="3591612" y="5976594"/>
            <a:ext cx="1743959" cy="782425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Ir por uno</a:t>
            </a:r>
          </a:p>
          <a:p>
            <a:pPr algn="ctr"/>
            <a:r>
              <a:rPr lang="es-MX" dirty="0"/>
              <a:t>De regreso a la pregunta</a:t>
            </a:r>
          </a:p>
        </p:txBody>
      </p:sp>
    </p:spTree>
    <p:extLst>
      <p:ext uri="{BB962C8B-B14F-4D97-AF65-F5344CB8AC3E}">
        <p14:creationId xmlns:p14="http://schemas.microsoft.com/office/powerpoint/2010/main" val="2806116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grama de flujo: decisión 3">
            <a:extLst>
              <a:ext uri="{FF2B5EF4-FFF2-40B4-BE49-F238E27FC236}">
                <a16:creationId xmlns:a16="http://schemas.microsoft.com/office/drawing/2014/main" id="{4BE2455B-935F-4253-9CC6-5A460537696F}"/>
              </a:ext>
            </a:extLst>
          </p:cNvPr>
          <p:cNvSpPr/>
          <p:nvPr/>
        </p:nvSpPr>
        <p:spPr>
          <a:xfrm>
            <a:off x="4336331" y="0"/>
            <a:ext cx="3054284" cy="1517715"/>
          </a:xfrm>
          <a:prstGeom prst="flowChartDecisi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Hace frio?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D5B225B2-739F-4A72-B324-C10C83508BFD}"/>
              </a:ext>
            </a:extLst>
          </p:cNvPr>
          <p:cNvCxnSpPr>
            <a:stCxn id="4" idx="1"/>
          </p:cNvCxnSpPr>
          <p:nvPr/>
        </p:nvCxnSpPr>
        <p:spPr>
          <a:xfrm flipH="1">
            <a:off x="4326903" y="758858"/>
            <a:ext cx="9428" cy="15035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2BAE0E9-50CC-4DEA-A4B2-F2031DAB69D3}"/>
              </a:ext>
            </a:extLst>
          </p:cNvPr>
          <p:cNvCxnSpPr/>
          <p:nvPr/>
        </p:nvCxnSpPr>
        <p:spPr>
          <a:xfrm flipH="1">
            <a:off x="7373332" y="769855"/>
            <a:ext cx="9428" cy="15035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7EE420A-0B49-4076-9303-00C2D0797B02}"/>
              </a:ext>
            </a:extLst>
          </p:cNvPr>
          <p:cNvSpPr/>
          <p:nvPr/>
        </p:nvSpPr>
        <p:spPr>
          <a:xfrm>
            <a:off x="3940404" y="1442301"/>
            <a:ext cx="744718" cy="433633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Si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4683DE3-AB33-4937-93C5-CEBE0495B520}"/>
              </a:ext>
            </a:extLst>
          </p:cNvPr>
          <p:cNvSpPr/>
          <p:nvPr/>
        </p:nvSpPr>
        <p:spPr>
          <a:xfrm>
            <a:off x="7015113" y="1481579"/>
            <a:ext cx="744718" cy="43363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CB05812-9AA9-4D69-92EA-7F6D3711796C}"/>
              </a:ext>
            </a:extLst>
          </p:cNvPr>
          <p:cNvSpPr/>
          <p:nvPr/>
        </p:nvSpPr>
        <p:spPr>
          <a:xfrm>
            <a:off x="3404646" y="2281287"/>
            <a:ext cx="1732961" cy="755715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Me pongo ropa de frio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C311F19E-D91E-4C62-9706-63A5D7DB05EF}"/>
              </a:ext>
            </a:extLst>
          </p:cNvPr>
          <p:cNvSpPr/>
          <p:nvPr/>
        </p:nvSpPr>
        <p:spPr>
          <a:xfrm>
            <a:off x="6583051" y="2243579"/>
            <a:ext cx="1505147" cy="791852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Me pongo ropa de calor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6ED0933-1B70-42FC-BB57-0DBA5CC092AF}"/>
              </a:ext>
            </a:extLst>
          </p:cNvPr>
          <p:cNvCxnSpPr>
            <a:stCxn id="9" idx="2"/>
          </p:cNvCxnSpPr>
          <p:nvPr/>
        </p:nvCxnSpPr>
        <p:spPr>
          <a:xfrm flipH="1">
            <a:off x="4270342" y="3037002"/>
            <a:ext cx="785" cy="4132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845A0547-F8ED-4D44-BC25-8CECA0266969}"/>
              </a:ext>
            </a:extLst>
          </p:cNvPr>
          <p:cNvCxnSpPr/>
          <p:nvPr/>
        </p:nvCxnSpPr>
        <p:spPr>
          <a:xfrm flipH="1">
            <a:off x="7401612" y="3029146"/>
            <a:ext cx="785" cy="4132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B217BAD-D322-45E6-8095-9396EF000BD7}"/>
              </a:ext>
            </a:extLst>
          </p:cNvPr>
          <p:cNvCxnSpPr>
            <a:cxnSpLocks/>
          </p:cNvCxnSpPr>
          <p:nvPr/>
        </p:nvCxnSpPr>
        <p:spPr>
          <a:xfrm>
            <a:off x="4260915" y="3440784"/>
            <a:ext cx="31579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85A2B11D-CD19-446F-894D-C18DA36A8EE5}"/>
              </a:ext>
            </a:extLst>
          </p:cNvPr>
          <p:cNvCxnSpPr/>
          <p:nvPr/>
        </p:nvCxnSpPr>
        <p:spPr>
          <a:xfrm>
            <a:off x="5863472" y="3459637"/>
            <a:ext cx="0" cy="5373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CEF891AE-7076-40AA-B8C8-D07B266E2C5C}"/>
              </a:ext>
            </a:extLst>
          </p:cNvPr>
          <p:cNvSpPr/>
          <p:nvPr/>
        </p:nvSpPr>
        <p:spPr>
          <a:xfrm>
            <a:off x="5326144" y="4015819"/>
            <a:ext cx="1084083" cy="556181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Vestirme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43C3B801-1246-4C30-AFC4-269F2C31574D}"/>
              </a:ext>
            </a:extLst>
          </p:cNvPr>
          <p:cNvCxnSpPr>
            <a:cxnSpLocks/>
          </p:cNvCxnSpPr>
          <p:nvPr/>
        </p:nvCxnSpPr>
        <p:spPr>
          <a:xfrm>
            <a:off x="5874470" y="4564144"/>
            <a:ext cx="0" cy="3566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a de flujo: decisión 22">
            <a:extLst>
              <a:ext uri="{FF2B5EF4-FFF2-40B4-BE49-F238E27FC236}">
                <a16:creationId xmlns:a16="http://schemas.microsoft.com/office/drawing/2014/main" id="{BE5BB8EE-4232-4190-B635-849851148AED}"/>
              </a:ext>
            </a:extLst>
          </p:cNvPr>
          <p:cNvSpPr/>
          <p:nvPr/>
        </p:nvSpPr>
        <p:spPr>
          <a:xfrm>
            <a:off x="4356755" y="4960071"/>
            <a:ext cx="3054284" cy="1517715"/>
          </a:xfrm>
          <a:prstGeom prst="flowChartDecisi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Tengo más de 10 minutos libres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B7DA2347-8670-4773-A0BD-5BB425A2CCD8}"/>
              </a:ext>
            </a:extLst>
          </p:cNvPr>
          <p:cNvCxnSpPr>
            <a:stCxn id="23" idx="1"/>
          </p:cNvCxnSpPr>
          <p:nvPr/>
        </p:nvCxnSpPr>
        <p:spPr>
          <a:xfrm>
            <a:off x="4356755" y="5718929"/>
            <a:ext cx="7855" cy="11390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31D8795-6D40-4120-BC6B-695431BBC3E5}"/>
              </a:ext>
            </a:extLst>
          </p:cNvPr>
          <p:cNvCxnSpPr/>
          <p:nvPr/>
        </p:nvCxnSpPr>
        <p:spPr>
          <a:xfrm>
            <a:off x="7422038" y="5718929"/>
            <a:ext cx="7855" cy="11390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89D21D0E-FFB4-48C2-8D90-11D64C351F6D}"/>
              </a:ext>
            </a:extLst>
          </p:cNvPr>
          <p:cNvCxnSpPr>
            <a:cxnSpLocks/>
          </p:cNvCxnSpPr>
          <p:nvPr/>
        </p:nvCxnSpPr>
        <p:spPr>
          <a:xfrm>
            <a:off x="3310379" y="4732256"/>
            <a:ext cx="0" cy="21257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A4140224-A317-478A-A73E-17CFD430CFCD}"/>
              </a:ext>
            </a:extLst>
          </p:cNvPr>
          <p:cNvCxnSpPr>
            <a:cxnSpLocks/>
          </p:cNvCxnSpPr>
          <p:nvPr/>
        </p:nvCxnSpPr>
        <p:spPr>
          <a:xfrm>
            <a:off x="3308808" y="4798244"/>
            <a:ext cx="24415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002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F3607043-7380-4C87-96C7-9EE11CC1132B}"/>
              </a:ext>
            </a:extLst>
          </p:cNvPr>
          <p:cNvSpPr/>
          <p:nvPr/>
        </p:nvSpPr>
        <p:spPr>
          <a:xfrm>
            <a:off x="3035431" y="0"/>
            <a:ext cx="1102936" cy="50904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Si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3A1B144-B70F-4EEC-951E-4AAE1C48BECA}"/>
              </a:ext>
            </a:extLst>
          </p:cNvPr>
          <p:cNvSpPr/>
          <p:nvPr/>
        </p:nvSpPr>
        <p:spPr>
          <a:xfrm>
            <a:off x="6939699" y="0"/>
            <a:ext cx="1102936" cy="50904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17A4FAB-E9D3-4C6A-8A25-1678172910CB}"/>
              </a:ext>
            </a:extLst>
          </p:cNvPr>
          <p:cNvCxnSpPr>
            <a:cxnSpLocks/>
          </p:cNvCxnSpPr>
          <p:nvPr/>
        </p:nvCxnSpPr>
        <p:spPr>
          <a:xfrm>
            <a:off x="1555423" y="1027522"/>
            <a:ext cx="1329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6039D0C-2F53-4686-B7D4-1FCA51B6ADA6}"/>
              </a:ext>
            </a:extLst>
          </p:cNvPr>
          <p:cNvCxnSpPr>
            <a:cxnSpLocks/>
          </p:cNvCxnSpPr>
          <p:nvPr/>
        </p:nvCxnSpPr>
        <p:spPr>
          <a:xfrm>
            <a:off x="1604128" y="0"/>
            <a:ext cx="0" cy="10369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B097DF8F-877A-4220-A94B-556DD5D0BDAA}"/>
              </a:ext>
            </a:extLst>
          </p:cNvPr>
          <p:cNvCxnSpPr>
            <a:cxnSpLocks/>
          </p:cNvCxnSpPr>
          <p:nvPr/>
        </p:nvCxnSpPr>
        <p:spPr>
          <a:xfrm>
            <a:off x="3574329" y="482337"/>
            <a:ext cx="0" cy="3566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65BFC4E5-5660-40F3-AEA9-767D81751440}"/>
              </a:ext>
            </a:extLst>
          </p:cNvPr>
          <p:cNvCxnSpPr>
            <a:cxnSpLocks/>
          </p:cNvCxnSpPr>
          <p:nvPr/>
        </p:nvCxnSpPr>
        <p:spPr>
          <a:xfrm>
            <a:off x="7477027" y="482338"/>
            <a:ext cx="0" cy="3566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CD9522F3-345C-4E73-A667-A8F108DBF821}"/>
              </a:ext>
            </a:extLst>
          </p:cNvPr>
          <p:cNvSpPr/>
          <p:nvPr/>
        </p:nvSpPr>
        <p:spPr>
          <a:xfrm>
            <a:off x="2752627" y="859411"/>
            <a:ext cx="1717250" cy="509047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Desayunar algo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6A24E7E0-5FF3-4D04-8D3A-1B02C1C68800}"/>
              </a:ext>
            </a:extLst>
          </p:cNvPr>
          <p:cNvSpPr/>
          <p:nvPr/>
        </p:nvSpPr>
        <p:spPr>
          <a:xfrm>
            <a:off x="6600334" y="870409"/>
            <a:ext cx="1836656" cy="509047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Agarro algo rápido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30984F3-1A91-433A-8B67-605666272CE6}"/>
              </a:ext>
            </a:extLst>
          </p:cNvPr>
          <p:cNvCxnSpPr>
            <a:cxnSpLocks/>
          </p:cNvCxnSpPr>
          <p:nvPr/>
        </p:nvCxnSpPr>
        <p:spPr>
          <a:xfrm>
            <a:off x="7563439" y="1366887"/>
            <a:ext cx="0" cy="5011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9A203DF8-92B6-48D7-A91A-132684147E6D}"/>
              </a:ext>
            </a:extLst>
          </p:cNvPr>
          <p:cNvCxnSpPr>
            <a:cxnSpLocks/>
          </p:cNvCxnSpPr>
          <p:nvPr/>
        </p:nvCxnSpPr>
        <p:spPr>
          <a:xfrm>
            <a:off x="5656082" y="1847654"/>
            <a:ext cx="19042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14C2FE7D-558C-4DA6-B368-5AD46D25B58D}"/>
              </a:ext>
            </a:extLst>
          </p:cNvPr>
          <p:cNvCxnSpPr>
            <a:cxnSpLocks/>
          </p:cNvCxnSpPr>
          <p:nvPr/>
        </p:nvCxnSpPr>
        <p:spPr>
          <a:xfrm>
            <a:off x="5668652" y="1850796"/>
            <a:ext cx="0" cy="3566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Diagrama de flujo: decisión 24">
            <a:extLst>
              <a:ext uri="{FF2B5EF4-FFF2-40B4-BE49-F238E27FC236}">
                <a16:creationId xmlns:a16="http://schemas.microsoft.com/office/drawing/2014/main" id="{B082D980-591B-41BA-8B12-0E5C9B8E5129}"/>
              </a:ext>
            </a:extLst>
          </p:cNvPr>
          <p:cNvSpPr/>
          <p:nvPr/>
        </p:nvSpPr>
        <p:spPr>
          <a:xfrm>
            <a:off x="4149365" y="2245151"/>
            <a:ext cx="3054284" cy="1517715"/>
          </a:xfrm>
          <a:prstGeom prst="flowChartDecisi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Tengo mis mochilas listas?</a:t>
            </a: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8DB19BBF-0441-4AD3-BF96-D0D0ED8EF44A}"/>
              </a:ext>
            </a:extLst>
          </p:cNvPr>
          <p:cNvCxnSpPr>
            <a:cxnSpLocks/>
          </p:cNvCxnSpPr>
          <p:nvPr/>
        </p:nvCxnSpPr>
        <p:spPr>
          <a:xfrm>
            <a:off x="7197366" y="2993011"/>
            <a:ext cx="0" cy="18617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F1AFEF06-CE74-4829-8B86-65472A63BB8D}"/>
              </a:ext>
            </a:extLst>
          </p:cNvPr>
          <p:cNvCxnSpPr>
            <a:cxnSpLocks/>
          </p:cNvCxnSpPr>
          <p:nvPr/>
        </p:nvCxnSpPr>
        <p:spPr>
          <a:xfrm>
            <a:off x="4143081" y="2993011"/>
            <a:ext cx="0" cy="18523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E7B95876-B670-482E-B8CD-C59D0565AEF1}"/>
              </a:ext>
            </a:extLst>
          </p:cNvPr>
          <p:cNvSpPr/>
          <p:nvPr/>
        </p:nvSpPr>
        <p:spPr>
          <a:xfrm>
            <a:off x="3640317" y="3555477"/>
            <a:ext cx="1102936" cy="50904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Si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A2E6FF2-DC46-44C4-BD22-097E162CB7E6}"/>
              </a:ext>
            </a:extLst>
          </p:cNvPr>
          <p:cNvSpPr txBox="1"/>
          <p:nvPr/>
        </p:nvSpPr>
        <p:spPr>
          <a:xfrm>
            <a:off x="3582185" y="4100660"/>
            <a:ext cx="156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Continuar</a:t>
            </a: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AE9C4486-5EA9-4EFC-90B8-EA6906A78C6A}"/>
              </a:ext>
            </a:extLst>
          </p:cNvPr>
          <p:cNvSpPr/>
          <p:nvPr/>
        </p:nvSpPr>
        <p:spPr>
          <a:xfrm>
            <a:off x="6752734" y="3583757"/>
            <a:ext cx="1102936" cy="50904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</a:t>
            </a: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0D65A0EF-53AD-4264-881A-6A80834773F3}"/>
              </a:ext>
            </a:extLst>
          </p:cNvPr>
          <p:cNvSpPr/>
          <p:nvPr/>
        </p:nvSpPr>
        <p:spPr>
          <a:xfrm>
            <a:off x="6403942" y="4133654"/>
            <a:ext cx="1836656" cy="509047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Lo guardo</a:t>
            </a: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41C08643-1C09-4505-A04A-2EFD7EF07499}"/>
              </a:ext>
            </a:extLst>
          </p:cNvPr>
          <p:cNvCxnSpPr>
            <a:cxnSpLocks/>
          </p:cNvCxnSpPr>
          <p:nvPr/>
        </p:nvCxnSpPr>
        <p:spPr>
          <a:xfrm>
            <a:off x="4147794" y="4865802"/>
            <a:ext cx="157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27C768E3-0919-4170-88F6-1FC2D4E4AB12}"/>
              </a:ext>
            </a:extLst>
          </p:cNvPr>
          <p:cNvCxnSpPr>
            <a:cxnSpLocks/>
          </p:cNvCxnSpPr>
          <p:nvPr/>
        </p:nvCxnSpPr>
        <p:spPr>
          <a:xfrm>
            <a:off x="5731497" y="4867373"/>
            <a:ext cx="15302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784E5F80-D507-4260-AB8C-3ABC6475C61E}"/>
              </a:ext>
            </a:extLst>
          </p:cNvPr>
          <p:cNvCxnSpPr>
            <a:cxnSpLocks/>
          </p:cNvCxnSpPr>
          <p:nvPr/>
        </p:nvCxnSpPr>
        <p:spPr>
          <a:xfrm>
            <a:off x="5641942" y="4859517"/>
            <a:ext cx="0" cy="19984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2E791AB1-8E0D-40DC-8E8A-94CC8CD3CAB8}"/>
              </a:ext>
            </a:extLst>
          </p:cNvPr>
          <p:cNvSpPr/>
          <p:nvPr/>
        </p:nvSpPr>
        <p:spPr>
          <a:xfrm>
            <a:off x="4755823" y="5388990"/>
            <a:ext cx="1836656" cy="509047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Agarro el celular</a:t>
            </a:r>
          </a:p>
        </p:txBody>
      </p:sp>
    </p:spTree>
    <p:extLst>
      <p:ext uri="{BB962C8B-B14F-4D97-AF65-F5344CB8AC3E}">
        <p14:creationId xmlns:p14="http://schemas.microsoft.com/office/powerpoint/2010/main" val="1788138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grama de flujo: decisión 3">
            <a:extLst>
              <a:ext uri="{FF2B5EF4-FFF2-40B4-BE49-F238E27FC236}">
                <a16:creationId xmlns:a16="http://schemas.microsoft.com/office/drawing/2014/main" id="{81204568-9A6C-4A52-BA82-89649C1BC4F0}"/>
              </a:ext>
            </a:extLst>
          </p:cNvPr>
          <p:cNvSpPr/>
          <p:nvPr/>
        </p:nvSpPr>
        <p:spPr>
          <a:xfrm>
            <a:off x="4017390" y="0"/>
            <a:ext cx="3054284" cy="1517715"/>
          </a:xfrm>
          <a:prstGeom prst="flowChartDecisi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Tengo mínimo 20 minutos para llegar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A4C823B2-4988-4EC2-A65E-7F452BE3C9CC}"/>
              </a:ext>
            </a:extLst>
          </p:cNvPr>
          <p:cNvCxnSpPr>
            <a:cxnSpLocks/>
          </p:cNvCxnSpPr>
          <p:nvPr/>
        </p:nvCxnSpPr>
        <p:spPr>
          <a:xfrm>
            <a:off x="4011106" y="740005"/>
            <a:ext cx="0" cy="16826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14902D0-9CE7-4754-99A9-A1EC8CA94CB3}"/>
              </a:ext>
            </a:extLst>
          </p:cNvPr>
          <p:cNvCxnSpPr>
            <a:cxnSpLocks/>
          </p:cNvCxnSpPr>
          <p:nvPr/>
        </p:nvCxnSpPr>
        <p:spPr>
          <a:xfrm>
            <a:off x="7076388" y="751003"/>
            <a:ext cx="0" cy="16826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7D7A676-449F-4BD4-8D0F-1890C26C6B08}"/>
              </a:ext>
            </a:extLst>
          </p:cNvPr>
          <p:cNvSpPr/>
          <p:nvPr/>
        </p:nvSpPr>
        <p:spPr>
          <a:xfrm>
            <a:off x="3487918" y="2441542"/>
            <a:ext cx="1102936" cy="50904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Si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4B573D5-BAC8-41A4-B0CF-6844DC55F8BB}"/>
              </a:ext>
            </a:extLst>
          </p:cNvPr>
          <p:cNvSpPr/>
          <p:nvPr/>
        </p:nvSpPr>
        <p:spPr>
          <a:xfrm>
            <a:off x="6573625" y="2480821"/>
            <a:ext cx="1102936" cy="50904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DFCED0DA-12BD-4BD6-828D-A07F03856759}"/>
              </a:ext>
            </a:extLst>
          </p:cNvPr>
          <p:cNvCxnSpPr>
            <a:cxnSpLocks/>
          </p:cNvCxnSpPr>
          <p:nvPr/>
        </p:nvCxnSpPr>
        <p:spPr>
          <a:xfrm>
            <a:off x="4036243" y="2960016"/>
            <a:ext cx="0" cy="1979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96C7780F-DE88-442D-9DFC-193F9491590A}"/>
              </a:ext>
            </a:extLst>
          </p:cNvPr>
          <p:cNvCxnSpPr>
            <a:cxnSpLocks/>
          </p:cNvCxnSpPr>
          <p:nvPr/>
        </p:nvCxnSpPr>
        <p:spPr>
          <a:xfrm>
            <a:off x="7147089" y="3007150"/>
            <a:ext cx="0" cy="188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9F342D44-46FF-477C-A9CF-A5EB21C56CD3}"/>
              </a:ext>
            </a:extLst>
          </p:cNvPr>
          <p:cNvSpPr/>
          <p:nvPr/>
        </p:nvSpPr>
        <p:spPr>
          <a:xfrm>
            <a:off x="3245962" y="3153266"/>
            <a:ext cx="1637122" cy="67401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Me voy tranquilo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E4552DEB-AD69-4F43-A079-C13A44D52253}"/>
              </a:ext>
            </a:extLst>
          </p:cNvPr>
          <p:cNvSpPr/>
          <p:nvPr/>
        </p:nvSpPr>
        <p:spPr>
          <a:xfrm>
            <a:off x="6348952" y="3192545"/>
            <a:ext cx="1637122" cy="67401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Voy rápido a la </a:t>
            </a:r>
            <a:r>
              <a:rPr lang="es-MX" dirty="0" err="1"/>
              <a:t>uni</a:t>
            </a:r>
            <a:endParaRPr lang="es-MX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88AE959C-0BFE-4A2C-89D9-558B3F7C35BE}"/>
              </a:ext>
            </a:extLst>
          </p:cNvPr>
          <p:cNvCxnSpPr>
            <a:cxnSpLocks/>
          </p:cNvCxnSpPr>
          <p:nvPr/>
        </p:nvCxnSpPr>
        <p:spPr>
          <a:xfrm>
            <a:off x="4084948" y="3808429"/>
            <a:ext cx="0" cy="3676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C90EAC1-3FD1-4624-8B5A-C153C7F4E9C3}"/>
              </a:ext>
            </a:extLst>
          </p:cNvPr>
          <p:cNvCxnSpPr>
            <a:cxnSpLocks/>
          </p:cNvCxnSpPr>
          <p:nvPr/>
        </p:nvCxnSpPr>
        <p:spPr>
          <a:xfrm>
            <a:off x="7206791" y="3866561"/>
            <a:ext cx="0" cy="3393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42D5360-D137-443C-AFBF-103817D17834}"/>
              </a:ext>
            </a:extLst>
          </p:cNvPr>
          <p:cNvCxnSpPr>
            <a:cxnSpLocks/>
          </p:cNvCxnSpPr>
          <p:nvPr/>
        </p:nvCxnSpPr>
        <p:spPr>
          <a:xfrm>
            <a:off x="4053526" y="4194928"/>
            <a:ext cx="3129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3BAE9298-1CD1-485F-B4F3-CB560788803D}"/>
              </a:ext>
            </a:extLst>
          </p:cNvPr>
          <p:cNvCxnSpPr>
            <a:cxnSpLocks/>
          </p:cNvCxnSpPr>
          <p:nvPr/>
        </p:nvCxnSpPr>
        <p:spPr>
          <a:xfrm>
            <a:off x="5549246" y="4191786"/>
            <a:ext cx="0" cy="13511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029322C5-35D8-458B-8A51-776D21A5FD56}"/>
              </a:ext>
            </a:extLst>
          </p:cNvPr>
          <p:cNvSpPr/>
          <p:nvPr/>
        </p:nvSpPr>
        <p:spPr>
          <a:xfrm>
            <a:off x="4930219" y="4535864"/>
            <a:ext cx="1255336" cy="50904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Llego a clases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4D4ED202-64B2-46A8-B2F5-4D2A31462B86}"/>
              </a:ext>
            </a:extLst>
          </p:cNvPr>
          <p:cNvSpPr/>
          <p:nvPr/>
        </p:nvSpPr>
        <p:spPr>
          <a:xfrm>
            <a:off x="4572000" y="5580668"/>
            <a:ext cx="1960776" cy="744718"/>
          </a:xfrm>
          <a:prstGeom prst="ellipse">
            <a:avLst/>
          </a:prstGeom>
          <a:solidFill>
            <a:srgbClr val="BF47C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2199031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1D4C94-A2BD-4219-8163-A297B3860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https://lucid.app/lucidchart/6f31b4b1-9690-4071-9a27-79059d8c52c3/edit?viewport_loc=-455%2C-269%2C3947%2C2058%2C0_0&amp;invitationId=inv_50696d38-442b-42e1-ab6e-84ab3ee91615</a:t>
            </a:r>
          </a:p>
        </p:txBody>
      </p:sp>
    </p:spTree>
    <p:extLst>
      <p:ext uri="{BB962C8B-B14F-4D97-AF65-F5344CB8AC3E}">
        <p14:creationId xmlns:p14="http://schemas.microsoft.com/office/powerpoint/2010/main" val="39989759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145</Words>
  <Application>Microsoft Office PowerPoint</Application>
  <PresentationFormat>Panorámica</PresentationFormat>
  <Paragraphs>49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Carlos Noe Vazquez Niño</dc:creator>
  <cp:lastModifiedBy>Carlos Noe Vazquez Niño</cp:lastModifiedBy>
  <cp:revision>15</cp:revision>
  <dcterms:created xsi:type="dcterms:W3CDTF">2026-10-15T14:19:52Z</dcterms:created>
  <dcterms:modified xsi:type="dcterms:W3CDTF">2026-10-16T23:36:28Z</dcterms:modified>
</cp:coreProperties>
</file>